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这一版汇报聚焦上次汇报后的两个新增能力：黑名单过滤与 Redis 回捞闭环，以及动态 Prompt 的自适应分析。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本次功能位于 Sentinel 主流程中间：标准化之后先经过黑名单过滤，低危事件暂存，高危事件触发回捞和批量构图，最终支撑意图分析与趋势预测。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过滤器同时检查人员 ID、敏感词和相似事件。任一条件命中，事件进入主流程；全部未命中，则暂存 Redis。</a:t>
            </a:r>
          </a:p>
          <a:p/>
          <a:p>
            <a:r>
              <a:t>右侧展示黑名单维护方式：人员和关键词使用 SortedSet 做计数，高危事件摘要写入 Hash，并在 PASS 后自动积累。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未命中事件被视为低危线索，不立即分类、不立即构图，而是按人员 ID 写入 Redis List，并设置 TTL。</a:t>
            </a:r>
          </a:p>
          <a:p/>
          <a:p>
            <a:r>
              <a:t>这一步的价值是让系统保留弱信号，避免后续高危事件出现时缺少历史上下文。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这里要区分两个判断：黑名单命中只决定是否进入主流程；是否回捞历史事件，取决于 Stage 4 首次风险评估的 risk_score 是否超过阈值。</a:t>
            </a:r>
          </a:p>
          <a:p/>
          <a:p>
            <a:r>
              <a:t>当超过阈值时，系统按照人员 ID 从 Redis 取回历史事件。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当前高危事件与历史事件一起进入 Graphiti 批量构图，生成围绕人员、组织、事件、因果和参与关系的知识图谱。</a:t>
            </a:r>
          </a:p>
          <a:p/>
          <a:p>
            <a:r>
              <a:t>构图成功后，相关 Redis 暂存记录才会清理；失败则保留，便于后续重试。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这一页只讲图谱上下文检索，不进入报告生成。当前事件先作为查询输入，调用 Graphiti 的混合搜索能力，从向量相似度、BM25 和图遍历三个方向召回候选结果。</a:t>
            </a:r>
          </a:p>
          <a:p/>
          <a:p>
            <a:r>
              <a:t>系统随后从检索结果中取出关系边和历史 Episodes，合并为候选上下文，再交给 Reranker 按照与当前事件的相关性进行重排序和筛选。最终返回的是“确实相关的图谱上下文”，供下一页的动态 Prompt 与分析任务使用。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动态 Prompt 是另一项新增能力。系统先判断事件类别和影响严重度，再选择对应领域适配器。</a:t>
            </a:r>
          </a:p>
          <a:p/>
          <a:p>
            <a:r>
              <a:t>类别决定分析维度，严重度决定趋势预测的时间范围，最终分别生成意图分析和趋势预测任务。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4541971" y="619706"/>
            <a:ext cx="4431970" cy="4345451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lvl="0" defTabSz="914400"/>
            <a:endParaRPr lang="zh-CN" altLang="en-US" sz="1350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75748" y="1258253"/>
            <a:ext cx="4982528" cy="388524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27209" y="978695"/>
            <a:ext cx="4044791" cy="1614488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526256" y="2805113"/>
            <a:ext cx="2160746" cy="4352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494" y="957263"/>
            <a:ext cx="8099606" cy="3676174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628174" y="2485073"/>
            <a:ext cx="2978944" cy="2642711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914400"/>
            <a:endParaRPr lang="zh-CN" altLang="en-US" sz="1350">
              <a:cs typeface="微软雅黑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8174" y="423863"/>
            <a:ext cx="1597343" cy="811054"/>
          </a:xfrm>
        </p:spPr>
        <p:txBody>
          <a:bodyPr wrap="square" anchor="ctr" anchorCtr="0"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898684" y="1513046"/>
            <a:ext cx="2667000" cy="362378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866775" y="1782128"/>
            <a:ext cx="2207419" cy="2636044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defTabSz="914400"/>
            <a:endParaRPr lang="zh-CN" altLang="en-US" sz="1350">
              <a:cs typeface="微软雅黑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652463" y="1162526"/>
            <a:ext cx="2818448" cy="24469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095750" y="2556034"/>
            <a:ext cx="4419600" cy="1321118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95750" y="1773555"/>
            <a:ext cx="4419600" cy="72009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36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494" y="957263"/>
            <a:ext cx="3993356" cy="367593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957263"/>
            <a:ext cx="3991950" cy="367593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21495" y="957263"/>
            <a:ext cx="3976688" cy="347539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1495" y="1545956"/>
            <a:ext cx="3976688" cy="3096291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29150" y="957263"/>
            <a:ext cx="3996929" cy="347539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1545956"/>
            <a:ext cx="3996929" cy="3096291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494" y="270000"/>
            <a:ext cx="8104585" cy="43632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494" y="972000"/>
            <a:ext cx="8104585" cy="432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4662920" y="641174"/>
            <a:ext cx="4198175" cy="443808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lvl="0" defTabSz="914400"/>
            <a:endParaRPr lang="zh-CN" altLang="en-US" sz="135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4492943" y="1816894"/>
            <a:ext cx="4062889" cy="33242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21494" y="978695"/>
            <a:ext cx="4050506" cy="1614488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05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526500" y="2805589"/>
            <a:ext cx="2160000" cy="434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10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494" y="962501"/>
            <a:ext cx="8101013" cy="367093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494" y="4767263"/>
            <a:ext cx="2164556" cy="273844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4767263"/>
            <a:ext cx="2163150" cy="273844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70.xml"/><Relationship Id="rId2" Type="http://schemas.openxmlformats.org/officeDocument/2006/relationships/image" Target="../media/image13.png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48640" y="97155"/>
            <a:ext cx="2320290" cy="810895"/>
          </a:xfrm>
        </p:spPr>
        <p:txBody>
          <a:bodyPr wrap="square">
            <a:norm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完整流程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图片 1" descr="舆情分析日志流程流程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545" y="0"/>
            <a:ext cx="3429000" cy="5143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主题字体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文字</Application>
  <PresentationFormat>On-screen Show (4:3)</PresentationFormat>
  <Paragraphs>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Zhao Xiaoyue</cp:lastModifiedBy>
  <cp:revision>2</cp:revision>
  <dcterms:created xsi:type="dcterms:W3CDTF">2026-06-05T08:30:15Z</dcterms:created>
  <dcterms:modified xsi:type="dcterms:W3CDTF">2026-06-05T08:30:15Z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ICV">
    <vt:lpwstr>A4B3555856A587581789226A00A61477_42</vt:lpwstr>
  </property>
</Properties>
</file>